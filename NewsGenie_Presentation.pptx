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41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474720"/>
            <a:ext cx="1645920" cy="1645920"/>
          </a:xfrm>
          <a:prstGeom prst="ellipse">
            <a:avLst/>
          </a:prstGeom>
          <a:solidFill>
            <a:srgbClr val="152354">
              <a:alpha val="60000"/>
            </a:srgbClr>
          </a:solidFill>
          <a:ln w="12700">
            <a:solidFill>
              <a:srgbClr val="8F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12648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002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NewsGenie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Information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News Assistant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End Project  ·  Isha Sharma  ·  May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914400"/>
            <a:ext cx="3200400" cy="594360"/>
          </a:xfrm>
          <a:prstGeom prst="rect">
            <a:avLst/>
          </a:prstGeom>
          <a:solidFill>
            <a:srgbClr val="162550"/>
          </a:solidFill>
          <a:ln w="6350">
            <a:solidFill>
              <a:srgbClr val="8FA8D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0058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80760" y="1024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0" y="1828800"/>
            <a:ext cx="3200400" cy="594360"/>
          </a:xfrm>
          <a:prstGeom prst="rect">
            <a:avLst/>
          </a:prstGeom>
          <a:solidFill>
            <a:srgbClr val="162550"/>
          </a:solidFill>
          <a:ln w="6350">
            <a:solidFill>
              <a:srgbClr val="8FA8D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9202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0760" y="1938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0" y="2743200"/>
            <a:ext cx="3200400" cy="594360"/>
          </a:xfrm>
          <a:prstGeom prst="rect">
            <a:avLst/>
          </a:prstGeom>
          <a:solidFill>
            <a:srgbClr val="162550"/>
          </a:solidFill>
          <a:ln w="6350">
            <a:solidFill>
              <a:srgbClr val="8FA8D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8346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80760" y="2852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(Anthropic)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0" y="3657600"/>
            <a:ext cx="3200400" cy="594360"/>
          </a:xfrm>
          <a:prstGeom prst="rect">
            <a:avLst/>
          </a:prstGeom>
          <a:solidFill>
            <a:srgbClr val="162550"/>
          </a:solidFill>
          <a:ln w="6350">
            <a:solidFill>
              <a:srgbClr val="8FA8D8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74904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8076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7490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from fragmented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filtering misinformation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for news + general queries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or outdated 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37490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326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NewsGenie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curated news via NewsAPI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query answering via Claude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 for intelligent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Streamlit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88620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Classification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35661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2763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"give me headlines" → news_node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detected: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· headline · latest · update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market · score · result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356616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09067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"how does AI work?" → chat_node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3703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generates context-aware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using full message history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868680"/>
            <a:ext cx="3931920" cy="388620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96012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058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96128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029200" y="160020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0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session_state.messages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context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0" y="233172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20640" y="2377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session_state.chat_history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20640" y="26334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display history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0" y="306324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20640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st.rerun()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120640" y="3364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on clear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0" y="379476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3840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120640" y="4096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persona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73152"/>
            <a:ext cx="530352" cy="530352"/>
          </a:xfrm>
          <a:prstGeom prst="ellipse">
            <a:avLst/>
          </a:prstGeom>
          <a:solidFill>
            <a:srgbClr val="1255A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TECHNOLOGY NEWS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5871" r="-5871"/>
          <a:stretch/>
        </p:blipFill>
        <p:spPr>
          <a:xfrm>
            <a:off x="274320" y="822960"/>
            <a:ext cx="859536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typed: "give me headlines for today" with Technology selected  →  LangGraph routed to news_node  →  NewsAPI returned live headlines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73152"/>
            <a:ext cx="530352" cy="530352"/>
          </a:xfrm>
          <a:prstGeom prst="ellipse">
            <a:avLst/>
          </a:prstGeom>
          <a:solidFill>
            <a:srgbClr val="16255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SELECTOR: TECHNOLOGY / FINANCE / SPORTS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4174" r="-4174"/>
          <a:stretch/>
        </p:blipFill>
        <p:spPr>
          <a:xfrm>
            <a:off x="274320" y="822960"/>
            <a:ext cx="859536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dropdown dynamically filters NewsAPI category: technology · business · sports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73152"/>
            <a:ext cx="530352" cy="530352"/>
          </a:xfrm>
          <a:prstGeom prst="ellipse">
            <a:avLst/>
          </a:prstGeom>
          <a:solidFill>
            <a:srgbClr val="8B250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SPORTS NEWS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786" r="-1786"/>
          <a:stretch/>
        </p:blipFill>
        <p:spPr>
          <a:xfrm>
            <a:off x="274320" y="822960"/>
            <a:ext cx="859536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asked: "give me latest sports news for cricket"  →  Live headlines: Indy 500, PGA Championship, NBA, Tennis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73152"/>
            <a:ext cx="530352" cy="530352"/>
          </a:xfrm>
          <a:prstGeom prst="ellipse">
            <a:avLst/>
          </a:prstGeom>
          <a:solidFill>
            <a:srgbClr val="1B5E2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FINANCE NEWS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171" r="-1171"/>
          <a:stretch/>
        </p:blipFill>
        <p:spPr>
          <a:xfrm>
            <a:off x="274320" y="822960"/>
            <a:ext cx="859536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asked: "top 5 finance news"  →  Sources: Daily Beast, Fortune, The Verge, TheStreet, Financial Times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554480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91440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4884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914400"/>
            <a:ext cx="1554480" cy="9144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1371600"/>
            <a:ext cx="4572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914400"/>
            <a:ext cx="155448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960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43800" y="1417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to 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137160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37160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868680"/>
            <a:ext cx="18288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8961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news_node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1600200"/>
            <a:ext cx="18288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6276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chat_node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1371600"/>
            <a:ext cx="914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1161288"/>
            <a:ext cx="914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1892808"/>
            <a:ext cx="914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1161288"/>
            <a:ext cx="1371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1892808"/>
            <a:ext cx="1371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651760"/>
            <a:ext cx="8503920" cy="219456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solidFill>
            <a:srgbClr val="BF360C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79192"/>
            <a:ext cx="329184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8680" y="26791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&amp; Error Handling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2920" y="310896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missing  →  graceful error with setup instructions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timeout  →  cached fallback headlines served instantly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articles found  →  fallback cache activated automatically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AI response  →  verify node returns retry prompt to user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FILE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73152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41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&amp; session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605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731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&amp; query routing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1605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88920"/>
            <a:ext cx="73152" cy="7772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62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integration, general queries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1605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868680"/>
            <a:ext cx="73152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941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news_fetcher.py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integration + fallback cache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4160520" cy="777240"/>
          </a:xfrm>
          <a:prstGeom prst="rect">
            <a:avLst/>
          </a:prstGeom>
          <a:solidFill>
            <a:srgbClr val="F4F7FF"/>
          </a:solidFill>
          <a:ln w="6350">
            <a:solidFill>
              <a:srgbClr val="D0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828800"/>
            <a:ext cx="73152" cy="77724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(ANTHROPIC + NEWS_API)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99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457200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4599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94760" y="457200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599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32120" y="457200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599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69480" y="4572000"/>
            <a:ext cx="1600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459943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D1B4B">
              <a:alpha val="70000"/>
            </a:srgbClr>
          </a:solidFill>
          <a:ln w="12700">
            <a:solidFill>
              <a:srgbClr val="8FA8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0"/>
            <a:ext cx="914400" cy="91440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48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162550"/>
          </a:solidFill>
          <a:ln w="5080">
            <a:solidFill>
              <a:srgbClr val="8FA8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325880"/>
            <a:ext cx="54864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35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23160" y="143560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headlines across Technology, Finance &amp; Sports via NewsAPI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029968"/>
            <a:ext cx="8412480" cy="594360"/>
          </a:xfrm>
          <a:prstGeom prst="rect">
            <a:avLst/>
          </a:prstGeom>
          <a:solidFill>
            <a:srgbClr val="162550"/>
          </a:solidFill>
          <a:ln w="5080">
            <a:solidFill>
              <a:srgbClr val="8FA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029968"/>
            <a:ext cx="54864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1396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23160" y="21396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general query answering with session context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2734056"/>
            <a:ext cx="8412480" cy="594360"/>
          </a:xfrm>
          <a:prstGeom prst="rect">
            <a:avLst/>
          </a:prstGeom>
          <a:solidFill>
            <a:srgbClr val="162550"/>
          </a:solidFill>
          <a:ln w="5080">
            <a:solidFill>
              <a:srgbClr val="8FA8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734056"/>
            <a:ext cx="54864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843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routing: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423160" y="28437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 correctly classifies all query types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438144"/>
            <a:ext cx="8412480" cy="594360"/>
          </a:xfrm>
          <a:prstGeom prst="rect">
            <a:avLst/>
          </a:prstGeom>
          <a:solidFill>
            <a:srgbClr val="162550"/>
          </a:solidFill>
          <a:ln w="5080">
            <a:solidFill>
              <a:srgbClr val="8FA8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438144"/>
            <a:ext cx="54864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design: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423160" y="35478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cache ensures 100% uptime even during API failures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4142232"/>
            <a:ext cx="8412480" cy="594360"/>
          </a:xfrm>
          <a:prstGeom prst="rect">
            <a:avLst/>
          </a:prstGeom>
          <a:solidFill>
            <a:srgbClr val="162550"/>
          </a:solidFill>
          <a:ln w="5080">
            <a:solidFill>
              <a:srgbClr val="8FA8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4142232"/>
            <a:ext cx="54864" cy="5943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platform: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423160" y="4251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Streamlit interface for news and conversational AI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Isha Sharma  ·  Course End Project  ·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472</Words>
  <Application>Microsoft Office PowerPoint</Application>
  <PresentationFormat>On-screen Show 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NewsGenie – AI-Powered News Assistant</dc:title>
  <dc:subject>PptxGenJS Presentation</dc:subject>
  <dc:creator>Isha Sharma</dc:creator>
  <cp:lastModifiedBy>Isha Sharma</cp:lastModifiedBy>
  <cp:revision>1</cp:revision>
  <dcterms:created xsi:type="dcterms:W3CDTF">2026-05-18T20:39:13Z</dcterms:created>
  <dcterms:modified xsi:type="dcterms:W3CDTF">2026-05-18T20:43:41Z</dcterms:modified>
</cp:coreProperties>
</file>